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DADAWALLET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3"/>
                </a:solidFill>
              </a:rPr>
              <a:t>A mobile-first wallet for onchain RWAs — without seed phrases or gas anxiety.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</a:rPr>
              <a:t>TradFi access, delivered like a modern mobile app.</a:t>
            </a:r>
          </a:p>
          <a:p>
            <a:r>
              <a:rPr sz="1700">
                <a:solidFill>
                  <a:srgbClr val="AAB4C3"/>
                </a:solidFill>
              </a:rPr>
              <a:t>Track stocks / TradFi institutions and users, while owning an onchain wallet under the hood.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3383280" cy="141732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No seed phrases</a:t>
            </a:r>
          </a:p>
          <a:p>
            <a:r>
              <a:rPr sz="1300">
                <a:solidFill>
                  <a:srgbClr val="BEC6D2"/>
                </a:solidFill>
              </a:rPr>
              <a:t>Wallet creation and authentication are handled through Privy.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4069080"/>
            <a:ext cx="3383280" cy="141732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No gas friction</a:t>
            </a:r>
          </a:p>
          <a:p>
            <a:r>
              <a:rPr sz="1300">
                <a:solidFill>
                  <a:srgbClr val="BEC6D2"/>
                </a:solidFill>
              </a:rPr>
              <a:t>Transactions are abstracted from the end 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4069080"/>
            <a:ext cx="3383280" cy="141732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Mobile first</a:t>
            </a:r>
          </a:p>
          <a:p>
            <a:r>
              <a:rPr sz="1300">
                <a:solidFill>
                  <a:srgbClr val="BEC6D2"/>
                </a:solidFill>
              </a:rPr>
              <a:t>Built with Expo for distribution through mobile devices.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3"/>
                </a:solidFill>
              </a:rPr>
              <a:t>A simple UX on top of an onchain RWA stack.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1874519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1 · Discover</a:t>
            </a:r>
          </a:p>
          <a:p>
            <a:r>
              <a:rPr sz="1300">
                <a:solidFill>
                  <a:srgbClr val="BEC6D2"/>
                </a:solidFill>
              </a:rPr>
              <a:t>Users explore stocks / TradFi institutions and their onchain representations.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737360"/>
            <a:ext cx="3383280" cy="1874519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2 · Hold &amp; transact</a:t>
            </a:r>
          </a:p>
          <a:p>
            <a:r>
              <a:rPr sz="1300">
                <a:solidFill>
                  <a:srgbClr val="BEC6D2"/>
                </a:solidFill>
              </a:rPr>
              <a:t>Dadawallet creates an embedded onchain wallet and executes transactions without exposing blockchain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737360"/>
            <a:ext cx="3383280" cy="1874519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>3 · Track</a:t>
            </a:r>
          </a:p>
          <a:p>
            <a:r>
              <a:rPr sz="1300">
                <a:solidFill>
                  <a:srgbClr val="BEC6D2"/>
                </a:solidFill>
              </a:rPr>
              <a:t>Onchain balances and activity are read and surfaced in a mobile-native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10735056" cy="132588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Core promise</a:t>
            </a:r>
          </a:p>
          <a:p>
            <a:r>
              <a:rPr sz="1300">
                <a:solidFill>
                  <a:srgbClr val="BEC6D2"/>
                </a:solidFill>
              </a:rPr>
              <a:t>Blockchain rails are infrastructure, not a user experience. Dadawallet hides the operational burden while keeping the benefits of tokenized real-world assets.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How the stack fits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3"/>
                </a:solidFill>
              </a:rPr>
              <a:t>Each component owns a clear part of the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240280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Expo</a:t>
            </a:r>
          </a:p>
          <a:p>
            <a:r>
              <a:rPr sz="1300">
                <a:solidFill>
                  <a:srgbClr val="BEC6D2"/>
                </a:solidFill>
              </a:rPr>
              <a:t>Mobile application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508760"/>
            <a:ext cx="8266175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/>
            </a:r>
          </a:p>
          <a:p>
            <a:r>
              <a:rPr sz="1300">
                <a:solidFill>
                  <a:srgbClr val="BEC6D2"/>
                </a:solidFill>
              </a:rPr>
              <a:t>Cross-platform delivery and a mobile-first product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39"/>
            <a:ext cx="2240280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Privy</a:t>
            </a:r>
          </a:p>
          <a:p>
            <a:r>
              <a:rPr sz="1300">
                <a:solidFill>
                  <a:srgbClr val="BEC6D2"/>
                </a:solidFill>
              </a:rPr>
              <a:t>Wallet + transaction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606039"/>
            <a:ext cx="8266175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/>
            </a:r>
          </a:p>
          <a:p>
            <a:r>
              <a:rPr sz="1300">
                <a:solidFill>
                  <a:srgbClr val="BEC6D2"/>
                </a:solidFill>
              </a:rPr>
              <a:t>Embedded wallet creation, authentication, and onchain transaction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2240280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Ondo</a:t>
            </a:r>
          </a:p>
          <a:p>
            <a:r>
              <a:rPr sz="1300">
                <a:solidFill>
                  <a:srgbClr val="BEC6D2"/>
                </a:solidFill>
              </a:rPr>
              <a:t>RWA / asset provider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703320"/>
            <a:ext cx="8266175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/>
            </a:r>
          </a:p>
          <a:p>
            <a:r>
              <a:rPr sz="1300">
                <a:solidFill>
                  <a:srgbClr val="BEC6D2"/>
                </a:solidFill>
              </a:rPr>
              <a:t>Tokenized real-world assets that bring TradFi exposure onchain.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2240280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Viem + Alchemy</a:t>
            </a:r>
          </a:p>
          <a:p>
            <a:r>
              <a:rPr sz="1300">
                <a:solidFill>
                  <a:srgbClr val="BEC6D2"/>
                </a:solidFill>
              </a:rPr>
              <a:t>Onchain data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800600"/>
            <a:ext cx="8266175" cy="841248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/>
            </a:r>
          </a:p>
          <a:p>
            <a:r>
              <a:rPr sz="1300">
                <a:solidFill>
                  <a:srgbClr val="BEC6D2"/>
                </a:solidFill>
              </a:rPr>
              <a:t>Read blockchain state, balances, activity, and other onchain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Why Dadawallet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3"/>
                </a:solidFill>
              </a:rPr>
              <a:t>Turn onchain RWAs into a familiar consumer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141732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>Consumer-ready</a:t>
            </a:r>
          </a:p>
          <a:p>
            <a:r>
              <a:rPr sz="1300">
                <a:solidFill>
                  <a:srgbClr val="BEC6D2"/>
                </a:solidFill>
              </a:rPr>
              <a:t>No seed management, no wallet setup ceremony, no manual gas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12080" cy="141732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>RWA-native</a:t>
            </a:r>
          </a:p>
          <a:p>
            <a:r>
              <a:rPr sz="1300">
                <a:solidFill>
                  <a:srgbClr val="BEC6D2"/>
                </a:solidFill>
              </a:rPr>
              <a:t>Built around tokenized real-world assets and TradFi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12080" cy="141732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>Mobile distribution</a:t>
            </a:r>
          </a:p>
          <a:p>
            <a:r>
              <a:rPr sz="1300">
                <a:solidFill>
                  <a:srgbClr val="BEC6D2"/>
                </a:solidFill>
              </a:rPr>
              <a:t>Expo keeps the product aligned with where everyday users already live: their phones.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5212080" cy="141732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F5F7FA"/>
                </a:solidFill>
              </a:rPr>
              <a:t>Composable infra</a:t>
            </a:r>
          </a:p>
          <a:p>
            <a:r>
              <a:rPr sz="1300">
                <a:solidFill>
                  <a:srgbClr val="BEC6D2"/>
                </a:solidFill>
              </a:rPr>
              <a:t>Privy, Ondo, Viem and Alchemy each provide specialized infrastructure so Dadawallet can focus on 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698480" cy="685800"/>
          </a:xfrm>
          <a:prstGeom prst="roundRect">
            <a:avLst/>
          </a:prstGeom>
          <a:solidFill>
            <a:srgbClr val="121926"/>
          </a:solidFill>
          <a:ln>
            <a:solidFill>
              <a:srgbClr val="2A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8DCB4"/>
                </a:solidFill>
              </a:rPr>
              <a:t>One-liner</a:t>
            </a:r>
          </a:p>
          <a:p>
            <a:r>
              <a:rPr sz="1300">
                <a:solidFill>
                  <a:srgbClr val="BEC6D2"/>
                </a:solidFill>
              </a:rPr>
              <a:t>Dadawallet makes onchain TradFi feel like a normal mobile financial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